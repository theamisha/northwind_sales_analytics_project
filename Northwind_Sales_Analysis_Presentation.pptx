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2" r:id="rId4"/>
    <p:sldId id="261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hrivastava" userId="e0595eb0967c41e3" providerId="LiveId" clId="{DD16AC15-8A65-4B2A-9777-2D042C195F05}"/>
    <pc:docChg chg="undo custSel addSld modSld">
      <pc:chgData name="ayush shrivastava" userId="e0595eb0967c41e3" providerId="LiveId" clId="{DD16AC15-8A65-4B2A-9777-2D042C195F05}" dt="2026-02-23T04:48:22.894" v="715" actId="20577"/>
      <pc:docMkLst>
        <pc:docMk/>
      </pc:docMkLst>
      <pc:sldChg chg="modSp mod">
        <pc:chgData name="ayush shrivastava" userId="e0595eb0967c41e3" providerId="LiveId" clId="{DD16AC15-8A65-4B2A-9777-2D042C195F05}" dt="2026-02-17T18:23:38.505" v="203" actId="207"/>
        <pc:sldMkLst>
          <pc:docMk/>
          <pc:sldMk cId="2999069007" sldId="256"/>
        </pc:sldMkLst>
        <pc:spChg chg="mod">
          <ac:chgData name="ayush shrivastava" userId="e0595eb0967c41e3" providerId="LiveId" clId="{DD16AC15-8A65-4B2A-9777-2D042C195F05}" dt="2026-02-17T18:23:35.545" v="202" actId="207"/>
          <ac:spMkLst>
            <pc:docMk/>
            <pc:sldMk cId="2999069007" sldId="256"/>
            <ac:spMk id="2" creationId="{4FA3F82B-2CAA-35D2-1021-415237A8AB3D}"/>
          </ac:spMkLst>
        </pc:spChg>
        <pc:spChg chg="mod">
          <ac:chgData name="ayush shrivastava" userId="e0595eb0967c41e3" providerId="LiveId" clId="{DD16AC15-8A65-4B2A-9777-2D042C195F05}" dt="2026-02-17T18:23:38.505" v="203" actId="207"/>
          <ac:spMkLst>
            <pc:docMk/>
            <pc:sldMk cId="2999069007" sldId="256"/>
            <ac:spMk id="3" creationId="{FBC3436A-16F9-7A35-8346-23A8A9D928D6}"/>
          </ac:spMkLst>
        </pc:spChg>
      </pc:sldChg>
      <pc:sldChg chg="modSp mod">
        <pc:chgData name="ayush shrivastava" userId="e0595eb0967c41e3" providerId="LiveId" clId="{DD16AC15-8A65-4B2A-9777-2D042C195F05}" dt="2026-02-23T04:48:22.894" v="715" actId="20577"/>
        <pc:sldMkLst>
          <pc:docMk/>
          <pc:sldMk cId="439620147" sldId="257"/>
        </pc:sldMkLst>
        <pc:spChg chg="mod">
          <ac:chgData name="ayush shrivastava" userId="e0595eb0967c41e3" providerId="LiveId" clId="{DD16AC15-8A65-4B2A-9777-2D042C195F05}" dt="2026-02-19T03:14:56.968" v="305" actId="113"/>
          <ac:spMkLst>
            <pc:docMk/>
            <pc:sldMk cId="439620147" sldId="257"/>
            <ac:spMk id="2" creationId="{1FB27C57-9E9E-4DE4-A128-7CA83A2F48A8}"/>
          </ac:spMkLst>
        </pc:spChg>
        <pc:spChg chg="mod">
          <ac:chgData name="ayush shrivastava" userId="e0595eb0967c41e3" providerId="LiveId" clId="{DD16AC15-8A65-4B2A-9777-2D042C195F05}" dt="2026-02-23T04:48:22.894" v="715" actId="20577"/>
          <ac:spMkLst>
            <pc:docMk/>
            <pc:sldMk cId="439620147" sldId="257"/>
            <ac:spMk id="3" creationId="{D57DA982-8B5F-E1AB-89AA-A6617E6C287D}"/>
          </ac:spMkLst>
        </pc:spChg>
      </pc:sldChg>
      <pc:sldChg chg="addSp delSp modSp mod modClrScheme chgLayout">
        <pc:chgData name="ayush shrivastava" userId="e0595eb0967c41e3" providerId="LiveId" clId="{DD16AC15-8A65-4B2A-9777-2D042C195F05}" dt="2026-02-19T06:24:46.511" v="609" actId="403"/>
        <pc:sldMkLst>
          <pc:docMk/>
          <pc:sldMk cId="2588621667" sldId="258"/>
        </pc:sldMkLst>
        <pc:spChg chg="mod ord">
          <ac:chgData name="ayush shrivastava" userId="e0595eb0967c41e3" providerId="LiveId" clId="{DD16AC15-8A65-4B2A-9777-2D042C195F05}" dt="2026-02-19T06:24:33.945" v="607" actId="14100"/>
          <ac:spMkLst>
            <pc:docMk/>
            <pc:sldMk cId="2588621667" sldId="258"/>
            <ac:spMk id="2" creationId="{BDB8BC99-3E42-3A1E-EF03-C4161025D4C8}"/>
          </ac:spMkLst>
        </pc:spChg>
        <pc:spChg chg="add mod ord">
          <ac:chgData name="ayush shrivastava" userId="e0595eb0967c41e3" providerId="LiveId" clId="{DD16AC15-8A65-4B2A-9777-2D042C195F05}" dt="2026-02-19T06:24:46.511" v="609" actId="403"/>
          <ac:spMkLst>
            <pc:docMk/>
            <pc:sldMk cId="2588621667" sldId="258"/>
            <ac:spMk id="6" creationId="{36937930-6368-C68F-8171-E40F47AB85D0}"/>
          </ac:spMkLst>
        </pc:spChg>
        <pc:picChg chg="add mod ord">
          <ac:chgData name="ayush shrivastava" userId="e0595eb0967c41e3" providerId="LiveId" clId="{DD16AC15-8A65-4B2A-9777-2D042C195F05}" dt="2026-02-19T03:36:01.983" v="430" actId="14100"/>
          <ac:picMkLst>
            <pc:docMk/>
            <pc:sldMk cId="2588621667" sldId="258"/>
            <ac:picMk id="5" creationId="{84D995FC-BE7E-EDC8-2EC8-9B31D7585E6E}"/>
          </ac:picMkLst>
        </pc:picChg>
      </pc:sldChg>
      <pc:sldChg chg="addSp delSp modSp mod modClrScheme chgLayout">
        <pc:chgData name="ayush shrivastava" userId="e0595eb0967c41e3" providerId="LiveId" clId="{DD16AC15-8A65-4B2A-9777-2D042C195F05}" dt="2026-02-19T06:25:20.017" v="642" actId="1036"/>
        <pc:sldMkLst>
          <pc:docMk/>
          <pc:sldMk cId="1477897097" sldId="259"/>
        </pc:sldMkLst>
        <pc:spChg chg="add mod ord">
          <ac:chgData name="ayush shrivastava" userId="e0595eb0967c41e3" providerId="LiveId" clId="{DD16AC15-8A65-4B2A-9777-2D042C195F05}" dt="2026-02-19T06:24:59.006" v="610" actId="255"/>
          <ac:spMkLst>
            <pc:docMk/>
            <pc:sldMk cId="1477897097" sldId="259"/>
            <ac:spMk id="4" creationId="{EE42BE97-33B8-E12C-62F0-5302FF16AACA}"/>
          </ac:spMkLst>
        </pc:spChg>
        <pc:spChg chg="add mod ord">
          <ac:chgData name="ayush shrivastava" userId="e0595eb0967c41e3" providerId="LiveId" clId="{DD16AC15-8A65-4B2A-9777-2D042C195F05}" dt="2026-02-19T06:25:09.960" v="615" actId="255"/>
          <ac:spMkLst>
            <pc:docMk/>
            <pc:sldMk cId="1477897097" sldId="259"/>
            <ac:spMk id="6" creationId="{4E7C7C8D-794B-3509-24A8-27E26DEA60A6}"/>
          </ac:spMkLst>
        </pc:spChg>
        <pc:picChg chg="add mod ord">
          <ac:chgData name="ayush shrivastava" userId="e0595eb0967c41e3" providerId="LiveId" clId="{DD16AC15-8A65-4B2A-9777-2D042C195F05}" dt="2026-02-19T06:25:20.017" v="642" actId="1036"/>
          <ac:picMkLst>
            <pc:docMk/>
            <pc:sldMk cId="1477897097" sldId="259"/>
            <ac:picMk id="8" creationId="{1C0E10D8-77D7-5287-8EC6-EC50AD94F971}"/>
          </ac:picMkLst>
        </pc:picChg>
      </pc:sldChg>
      <pc:sldChg chg="modSp new mod">
        <pc:chgData name="ayush shrivastava" userId="e0595eb0967c41e3" providerId="LiveId" clId="{DD16AC15-8A65-4B2A-9777-2D042C195F05}" dt="2026-02-17T18:21:07.755" v="178" actId="14100"/>
        <pc:sldMkLst>
          <pc:docMk/>
          <pc:sldMk cId="2272644956" sldId="260"/>
        </pc:sldMkLst>
        <pc:spChg chg="mod">
          <ac:chgData name="ayush shrivastava" userId="e0595eb0967c41e3" providerId="LiveId" clId="{DD16AC15-8A65-4B2A-9777-2D042C195F05}" dt="2026-02-17T18:20:00.067" v="167" actId="14100"/>
          <ac:spMkLst>
            <pc:docMk/>
            <pc:sldMk cId="2272644956" sldId="260"/>
            <ac:spMk id="2" creationId="{BC296BD0-AA68-DF83-D793-FDD536729DB0}"/>
          </ac:spMkLst>
        </pc:spChg>
        <pc:spChg chg="mod">
          <ac:chgData name="ayush shrivastava" userId="e0595eb0967c41e3" providerId="LiveId" clId="{DD16AC15-8A65-4B2A-9777-2D042C195F05}" dt="2026-02-17T18:21:07.755" v="178" actId="14100"/>
          <ac:spMkLst>
            <pc:docMk/>
            <pc:sldMk cId="2272644956" sldId="260"/>
            <ac:spMk id="3" creationId="{6580675F-1B91-58F4-02FB-2537F8F72B51}"/>
          </ac:spMkLst>
        </pc:spChg>
      </pc:sldChg>
      <pc:sldChg chg="modSp new mod">
        <pc:chgData name="ayush shrivastava" userId="e0595eb0967c41e3" providerId="LiveId" clId="{DD16AC15-8A65-4B2A-9777-2D042C195F05}" dt="2026-02-19T03:09:03.560" v="210" actId="1076"/>
        <pc:sldMkLst>
          <pc:docMk/>
          <pc:sldMk cId="679528019" sldId="261"/>
        </pc:sldMkLst>
        <pc:spChg chg="mod">
          <ac:chgData name="ayush shrivastava" userId="e0595eb0967c41e3" providerId="LiveId" clId="{DD16AC15-8A65-4B2A-9777-2D042C195F05}" dt="2026-02-17T18:23:21.945" v="200" actId="404"/>
          <ac:spMkLst>
            <pc:docMk/>
            <pc:sldMk cId="679528019" sldId="261"/>
            <ac:spMk id="2" creationId="{81D99801-5DAF-C16C-3087-B89373B31F38}"/>
          </ac:spMkLst>
        </pc:spChg>
        <pc:spChg chg="mod">
          <ac:chgData name="ayush shrivastava" userId="e0595eb0967c41e3" providerId="LiveId" clId="{DD16AC15-8A65-4B2A-9777-2D042C195F05}" dt="2026-02-19T03:09:03.560" v="210" actId="1076"/>
          <ac:spMkLst>
            <pc:docMk/>
            <pc:sldMk cId="679528019" sldId="261"/>
            <ac:spMk id="3" creationId="{40E360C3-039B-9594-55B5-3FB65BF3EC38}"/>
          </ac:spMkLst>
        </pc:spChg>
      </pc:sldChg>
      <pc:sldChg chg="modSp new mod">
        <pc:chgData name="ayush shrivastava" userId="e0595eb0967c41e3" providerId="LiveId" clId="{DD16AC15-8A65-4B2A-9777-2D042C195F05}" dt="2026-02-19T06:23:04.390" v="594" actId="403"/>
        <pc:sldMkLst>
          <pc:docMk/>
          <pc:sldMk cId="1087135547" sldId="262"/>
        </pc:sldMkLst>
        <pc:spChg chg="mod">
          <ac:chgData name="ayush shrivastava" userId="e0595eb0967c41e3" providerId="LiveId" clId="{DD16AC15-8A65-4B2A-9777-2D042C195F05}" dt="2026-02-19T06:23:04.390" v="594" actId="403"/>
          <ac:spMkLst>
            <pc:docMk/>
            <pc:sldMk cId="1087135547" sldId="262"/>
            <ac:spMk id="2" creationId="{1CAB08FC-70BD-E8AD-DCD2-91424483E9A7}"/>
          </ac:spMkLst>
        </pc:spChg>
        <pc:spChg chg="mod">
          <ac:chgData name="ayush shrivastava" userId="e0595eb0967c41e3" providerId="LiveId" clId="{DD16AC15-8A65-4B2A-9777-2D042C195F05}" dt="2026-02-17T18:20:55.226" v="176" actId="14100"/>
          <ac:spMkLst>
            <pc:docMk/>
            <pc:sldMk cId="1087135547" sldId="262"/>
            <ac:spMk id="3" creationId="{B476C17A-1172-7D85-0274-C18B566E4E53}"/>
          </ac:spMkLst>
        </pc:spChg>
      </pc:sldChg>
      <pc:sldChg chg="addSp delSp modSp new mod modClrScheme chgLayout">
        <pc:chgData name="ayush shrivastava" userId="e0595eb0967c41e3" providerId="LiveId" clId="{DD16AC15-8A65-4B2A-9777-2D042C195F05}" dt="2026-02-19T06:26:30.838" v="651" actId="14100"/>
        <pc:sldMkLst>
          <pc:docMk/>
          <pc:sldMk cId="2848448180" sldId="263"/>
        </pc:sldMkLst>
        <pc:spChg chg="add mod ord">
          <ac:chgData name="ayush shrivastava" userId="e0595eb0967c41e3" providerId="LiveId" clId="{DD16AC15-8A65-4B2A-9777-2D042C195F05}" dt="2026-02-19T06:26:30.838" v="651" actId="14100"/>
          <ac:spMkLst>
            <pc:docMk/>
            <pc:sldMk cId="2848448180" sldId="263"/>
            <ac:spMk id="4" creationId="{D360626B-52AF-4FF7-60CC-7D6D71A01A48}"/>
          </ac:spMkLst>
        </pc:spChg>
        <pc:spChg chg="add mod ord">
          <ac:chgData name="ayush shrivastava" userId="e0595eb0967c41e3" providerId="LiveId" clId="{DD16AC15-8A65-4B2A-9777-2D042C195F05}" dt="2026-02-19T06:26:08.722" v="647" actId="1076"/>
          <ac:spMkLst>
            <pc:docMk/>
            <pc:sldMk cId="2848448180" sldId="263"/>
            <ac:spMk id="6" creationId="{0AAF8F65-1F78-6670-93B1-9EEF3C1310CA}"/>
          </ac:spMkLst>
        </pc:spChg>
        <pc:picChg chg="add mod ord">
          <ac:chgData name="ayush shrivastava" userId="e0595eb0967c41e3" providerId="LiveId" clId="{DD16AC15-8A65-4B2A-9777-2D042C195F05}" dt="2026-02-19T06:25:58.621" v="646" actId="14100"/>
          <ac:picMkLst>
            <pc:docMk/>
            <pc:sldMk cId="2848448180" sldId="263"/>
            <ac:picMk id="8" creationId="{285305A1-3685-011C-39CC-6BDB9EFE2BAE}"/>
          </ac:picMkLst>
        </pc:picChg>
      </pc:sldChg>
      <pc:sldChg chg="addSp delSp modSp new mod modClrScheme chgLayout">
        <pc:chgData name="ayush shrivastava" userId="e0595eb0967c41e3" providerId="LiveId" clId="{DD16AC15-8A65-4B2A-9777-2D042C195F05}" dt="2026-02-19T06:27:00.899" v="659" actId="14100"/>
        <pc:sldMkLst>
          <pc:docMk/>
          <pc:sldMk cId="3786647982" sldId="264"/>
        </pc:sldMkLst>
        <pc:spChg chg="add mod ord">
          <ac:chgData name="ayush shrivastava" userId="e0595eb0967c41e3" providerId="LiveId" clId="{DD16AC15-8A65-4B2A-9777-2D042C195F05}" dt="2026-02-19T06:26:45.023" v="656" actId="255"/>
          <ac:spMkLst>
            <pc:docMk/>
            <pc:sldMk cId="3786647982" sldId="264"/>
            <ac:spMk id="4" creationId="{F36E7EC7-28B3-BDB6-4BC1-5608574DB83F}"/>
          </ac:spMkLst>
        </pc:spChg>
        <pc:spChg chg="add mod ord">
          <ac:chgData name="ayush shrivastava" userId="e0595eb0967c41e3" providerId="LiveId" clId="{DD16AC15-8A65-4B2A-9777-2D042C195F05}" dt="2026-02-19T06:27:00.899" v="659" actId="14100"/>
          <ac:spMkLst>
            <pc:docMk/>
            <pc:sldMk cId="3786647982" sldId="264"/>
            <ac:spMk id="6" creationId="{CBF6742B-8F22-E9CE-6DBF-6FAF510682AF}"/>
          </ac:spMkLst>
        </pc:spChg>
        <pc:picChg chg="add mod ord">
          <ac:chgData name="ayush shrivastava" userId="e0595eb0967c41e3" providerId="LiveId" clId="{DD16AC15-8A65-4B2A-9777-2D042C195F05}" dt="2026-02-19T03:52:08.696" v="521" actId="14100"/>
          <ac:picMkLst>
            <pc:docMk/>
            <pc:sldMk cId="3786647982" sldId="264"/>
            <ac:picMk id="8" creationId="{BFA12564-5BE9-94BF-66CC-013C928EDE1A}"/>
          </ac:picMkLst>
        </pc:picChg>
      </pc:sldChg>
      <pc:sldChg chg="addSp delSp modSp new mod">
        <pc:chgData name="ayush shrivastava" userId="e0595eb0967c41e3" providerId="LiveId" clId="{DD16AC15-8A65-4B2A-9777-2D042C195F05}" dt="2026-02-19T03:56:16.639" v="562" actId="14100"/>
        <pc:sldMkLst>
          <pc:docMk/>
          <pc:sldMk cId="1777425643" sldId="265"/>
        </pc:sldMkLst>
        <pc:spChg chg="mod">
          <ac:chgData name="ayush shrivastava" userId="e0595eb0967c41e3" providerId="LiveId" clId="{DD16AC15-8A65-4B2A-9777-2D042C195F05}" dt="2026-02-19T03:54:42.084" v="547" actId="27636"/>
          <ac:spMkLst>
            <pc:docMk/>
            <pc:sldMk cId="1777425643" sldId="265"/>
            <ac:spMk id="2" creationId="{F7D2CDBC-66D1-A5DA-AE23-40A80210DAD1}"/>
          </ac:spMkLst>
        </pc:spChg>
        <pc:spChg chg="mod">
          <ac:chgData name="ayush shrivastava" userId="e0595eb0967c41e3" providerId="LiveId" clId="{DD16AC15-8A65-4B2A-9777-2D042C195F05}" dt="2026-02-19T03:55:34.943" v="556" actId="14100"/>
          <ac:spMkLst>
            <pc:docMk/>
            <pc:sldMk cId="1777425643" sldId="265"/>
            <ac:spMk id="4" creationId="{BEA81688-42F0-86AA-C54C-5B186A84FF4B}"/>
          </ac:spMkLst>
        </pc:spChg>
        <pc:picChg chg="add mod ord">
          <ac:chgData name="ayush shrivastava" userId="e0595eb0967c41e3" providerId="LiveId" clId="{DD16AC15-8A65-4B2A-9777-2D042C195F05}" dt="2026-02-19T03:56:16.639" v="562" actId="14100"/>
          <ac:picMkLst>
            <pc:docMk/>
            <pc:sldMk cId="1777425643" sldId="265"/>
            <ac:picMk id="6" creationId="{A71DEDFA-9FF9-D20B-9F56-0539EC61140B}"/>
          </ac:picMkLst>
        </pc:picChg>
      </pc:sldChg>
      <pc:sldChg chg="addSp delSp modSp new mod modClrScheme chgLayout">
        <pc:chgData name="ayush shrivastava" userId="e0595eb0967c41e3" providerId="LiveId" clId="{DD16AC15-8A65-4B2A-9777-2D042C195F05}" dt="2026-02-19T06:27:18.476" v="661" actId="27636"/>
        <pc:sldMkLst>
          <pc:docMk/>
          <pc:sldMk cId="238700425" sldId="266"/>
        </pc:sldMkLst>
        <pc:spChg chg="add mod ord">
          <ac:chgData name="ayush shrivastava" userId="e0595eb0967c41e3" providerId="LiveId" clId="{DD16AC15-8A65-4B2A-9777-2D042C195F05}" dt="2026-02-19T06:20:20.187" v="587" actId="14100"/>
          <ac:spMkLst>
            <pc:docMk/>
            <pc:sldMk cId="238700425" sldId="266"/>
            <ac:spMk id="7" creationId="{DDB09818-FAF9-D490-4678-26D4A5F6D9F2}"/>
          </ac:spMkLst>
        </pc:spChg>
        <pc:spChg chg="add mod ord">
          <ac:chgData name="ayush shrivastava" userId="e0595eb0967c41e3" providerId="LiveId" clId="{DD16AC15-8A65-4B2A-9777-2D042C195F05}" dt="2026-02-19T06:27:18.476" v="661" actId="27636"/>
          <ac:spMkLst>
            <pc:docMk/>
            <pc:sldMk cId="238700425" sldId="266"/>
            <ac:spMk id="8" creationId="{8BCF1DBD-7546-1743-A3C2-6BB06FC11AF2}"/>
          </ac:spMkLst>
        </pc:spChg>
      </pc:sldChg>
      <pc:sldChg chg="modSp new mod">
        <pc:chgData name="ayush shrivastava" userId="e0595eb0967c41e3" providerId="LiveId" clId="{DD16AC15-8A65-4B2A-9777-2D042C195F05}" dt="2026-02-19T06:28:03.972" v="675" actId="113"/>
        <pc:sldMkLst>
          <pc:docMk/>
          <pc:sldMk cId="1975958784" sldId="267"/>
        </pc:sldMkLst>
        <pc:spChg chg="mod">
          <ac:chgData name="ayush shrivastava" userId="e0595eb0967c41e3" providerId="LiveId" clId="{DD16AC15-8A65-4B2A-9777-2D042C195F05}" dt="2026-02-19T06:28:03.972" v="675" actId="113"/>
          <ac:spMkLst>
            <pc:docMk/>
            <pc:sldMk cId="1975958784" sldId="267"/>
            <ac:spMk id="2" creationId="{BAF8B446-CE8D-74C6-C8B5-EA5B36C40A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38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8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3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0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9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3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3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7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21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36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396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57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9974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10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3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5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068F04-19E8-4616-9150-591B883B7F0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5BFE2E-0462-46BC-B6C8-1022C6BC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55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F82B-2CAA-35D2-1021-415237A8A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619" y="2084440"/>
            <a:ext cx="11533239" cy="161249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Northwind sales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3436A-16F9-7A35-8346-23A8A9D92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5234807" cy="194733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Insights &amp; Performance Analysis | 1994-1996</a:t>
            </a:r>
          </a:p>
        </p:txBody>
      </p:sp>
    </p:spTree>
    <p:extLst>
      <p:ext uri="{BB962C8B-B14F-4D97-AF65-F5344CB8AC3E}">
        <p14:creationId xmlns:p14="http://schemas.microsoft.com/office/powerpoint/2010/main" val="299906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6BD0-AA68-DF83-D793-FDD53672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7" y="0"/>
            <a:ext cx="8776160" cy="53094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675F-1B91-58F4-02FB-2537F8F72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0" y="530942"/>
            <a:ext cx="8127231" cy="49062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report is to design and develop a visually compelling, interactive, and user-centric Power BI dashboard that effectively communicates key performance indicators (KPIs) for Northwind Traders.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report is intended to: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 actionable insights into customer behavior, sales performance, inventory dynamics, and employee productivity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data from multiple relational tables into a unified analytical model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stakeholders to explore data dynamically using filters, slicers, and drill-through capabilities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strategic and operational decision-making through data-driven insights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ultimate goal is to enhance how Northwind Traders interprets and leverages its data, strengthening its competitive position in the wholesale specialty foods market.</a:t>
            </a:r>
          </a:p>
        </p:txBody>
      </p:sp>
    </p:spTree>
    <p:extLst>
      <p:ext uri="{BB962C8B-B14F-4D97-AF65-F5344CB8AC3E}">
        <p14:creationId xmlns:p14="http://schemas.microsoft.com/office/powerpoint/2010/main" val="227264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08FC-70BD-E8AD-DCD2-91424483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0"/>
            <a:ext cx="8255051" cy="5211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Expected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Business</a:t>
            </a:r>
            <a:r>
              <a:rPr lang="en-US" sz="3200" dirty="0">
                <a:solidFill>
                  <a:schemeClr val="bg1"/>
                </a:solidFill>
              </a:rPr>
              <a:t>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6C17A-1172-7D85-0274-C18B566E4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521110"/>
            <a:ext cx="8156728" cy="3411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implementation of this analytics dashboard is expected to: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visibility into revenue trends and sales drivers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high-value customers and profitable product categories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employee performance and sales contribution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inventory levels and reorder risks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shipping efficiency and operational performance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centralizing performance metrics into an interactive BI solution, the organization can shift from reactive reporting to proactive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08713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9801-5DAF-C16C-3087-B89373B3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45962"/>
            <a:ext cx="9246272" cy="5243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60C3-039B-9594-55B5-3FB65BF3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1" y="570272"/>
            <a:ext cx="8534400" cy="3972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Northwind database contains transactional sales data for a fictional company, Northwind Traders, which specializes in importing and exporting specialty food products globally.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represents a typical relational business structure and is ideal for performing: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 analysis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evaluation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Supply chain and shipping analysis</a:t>
            </a:r>
          </a:p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tracking</a:t>
            </a:r>
          </a:p>
        </p:txBody>
      </p:sp>
    </p:spTree>
    <p:extLst>
      <p:ext uri="{BB962C8B-B14F-4D97-AF65-F5344CB8AC3E}">
        <p14:creationId xmlns:p14="http://schemas.microsoft.com/office/powerpoint/2010/main" val="67952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7C57-9E9E-4DE4-A128-7CA83A2F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" y="1"/>
            <a:ext cx="8418443" cy="5665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Data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A982-8B5F-E1AB-89AA-A6617E6C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791" y="904461"/>
            <a:ext cx="10547005" cy="45521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follows a relational schema where transactional data is connected through primary and foreign keys. The central fact table is </a:t>
            </a: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Orders, Products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supported by multiple dimension tables.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Descriptions - 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Customers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customer segmentation, regional sales analysis, and revenue concentration analysis.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Employees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Supports sales performance tracking and employee productivity analysis.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Orders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order trend analysis, shipping performance evaluation, and revenue timeline tracking.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Order Details Table (Fact Table)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Serves as the primary fact table for calculating total revenue, discounts, and sales volume.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Products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Supports product performance analysis and inventory management insights.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Suppliers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supplier-level analysis and procurement evaluation.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Shippers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to analyze delivery performance and freight cost impact.</a:t>
            </a:r>
          </a:p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Categories Table - Purpose: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category-level sales and profitability analysis.</a:t>
            </a:r>
          </a:p>
        </p:txBody>
      </p:sp>
    </p:spTree>
    <p:extLst>
      <p:ext uri="{BB962C8B-B14F-4D97-AF65-F5344CB8AC3E}">
        <p14:creationId xmlns:p14="http://schemas.microsoft.com/office/powerpoint/2010/main" val="43962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BC99-3E42-3A1E-EF03-C4161025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21" y="0"/>
            <a:ext cx="8658570" cy="53671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995FC-BE7E-EDC8-2EC8-9B31D7585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51" y="2027584"/>
            <a:ext cx="9642545" cy="462169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937930-6368-C68F-8171-E40F47AB8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1352" y="536714"/>
            <a:ext cx="10000352" cy="149087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section provides a comprehensive view of overall revenue performance, order trends, and category contribution. It highlights total sales, average order value, sales growth over time, and top-performing products. The visualizations help identify revenue drivers, seasonal patterns, and areas of high profitability to support strategic sales planning.</a:t>
            </a:r>
          </a:p>
        </p:txBody>
      </p:sp>
    </p:spTree>
    <p:extLst>
      <p:ext uri="{BB962C8B-B14F-4D97-AF65-F5344CB8AC3E}">
        <p14:creationId xmlns:p14="http://schemas.microsoft.com/office/powerpoint/2010/main" val="258862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42BE97-33B8-E12C-62F0-5302FF16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80" y="0"/>
            <a:ext cx="10805423" cy="556591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Customer Segmentation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0E10D8-77D7-5287-8EC6-EC50AD94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72" y="1971259"/>
            <a:ext cx="10050048" cy="472108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7C7C8D-794B-3509-24A8-27E26DEA6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1655" y="609600"/>
            <a:ext cx="10050048" cy="107011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analyzes customer purchasing behavior, geographic distribution, and revenue contribution. It identifies high-value customers, repeat purchasing patterns, and regional performance differences. These insights support customer segmentation, targeted marketing strategies, and long-term relationship management.</a:t>
            </a:r>
          </a:p>
        </p:txBody>
      </p:sp>
    </p:spTree>
    <p:extLst>
      <p:ext uri="{BB962C8B-B14F-4D97-AF65-F5344CB8AC3E}">
        <p14:creationId xmlns:p14="http://schemas.microsoft.com/office/powerpoint/2010/main" val="147789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60626B-52AF-4FF7-60CC-7D6D71A0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38" y="89452"/>
            <a:ext cx="10040110" cy="43732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Inventory Performance Analysis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5305A1-3685-011C-39CC-6BDB9EFE2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687" y="2019199"/>
            <a:ext cx="8905458" cy="466983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AF8F65-1F78-6670-93B1-9EEF3C13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1228" y="711425"/>
            <a:ext cx="9344371" cy="122251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inventory dashboard monitors product availability, stock levels, reorder status, and discontinued items. It helps identify slow-moving products, stock shortages, and demand trends. This analysis enables better inventory planning, reduces stock-out risks, and improves supply chain efficiency.</a:t>
            </a:r>
          </a:p>
        </p:txBody>
      </p:sp>
    </p:spTree>
    <p:extLst>
      <p:ext uri="{BB962C8B-B14F-4D97-AF65-F5344CB8AC3E}">
        <p14:creationId xmlns:p14="http://schemas.microsoft.com/office/powerpoint/2010/main" val="284844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6E7EC7-28B3-BDB6-4BC1-5608574D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82" y="0"/>
            <a:ext cx="10805422" cy="556591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Employee Performance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A12564-5BE9-94BF-66CC-013C928E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38" y="1789043"/>
            <a:ext cx="9692240" cy="464157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F6742B-8F22-E9CE-6DBF-6FAF51068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1838" y="609599"/>
            <a:ext cx="10079866" cy="101047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evaluates employee sales performance, order handling efficiency, and revenue contribution. It compares individual performance metrics and highlights top-performing sales representatives. These insights assist management in performance evaluation, incentive planning,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78664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CDBC-66D1-A5DA-AE23-40A80210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38" y="19877"/>
            <a:ext cx="10010292" cy="53671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Shipping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1DEDFA-9FF9-D20B-9F56-0539EC611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6" y="1560443"/>
            <a:ext cx="10010292" cy="505901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81688-42F0-86AA-C54C-5B186A84F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589720"/>
            <a:ext cx="10010292" cy="122914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shipping dashboard examines delivery timelines, freight costs, and shipper performance. It assesses on-time versus delayed deliveries and analyzes the operational impact of shipping expenses. This helps optimize logistics processes and improve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77742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B09818-FAF9-D490-4678-26D4A5F6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60" y="0"/>
            <a:ext cx="8534400" cy="5168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Strategic Recommendations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CF1DBD-7546-1743-A3C2-6BB06FC11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1"/>
            <a:ext cx="8534400" cy="2653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Focus on high-margin product categories • Strengthen relationships with high-value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Optimize discount strategy to protect margins • Improve shipping efficiency using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best-performing carriers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dashboard for continuous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23870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B446-CE8D-74C6-C8B5-EA5B36C4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386" y="2032366"/>
            <a:ext cx="8534400" cy="150706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595878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249</TotalTime>
  <Words>715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Century Gothic</vt:lpstr>
      <vt:lpstr>Wingdings 3</vt:lpstr>
      <vt:lpstr>Slice</vt:lpstr>
      <vt:lpstr>Northwind sales analytics</vt:lpstr>
      <vt:lpstr>Overview</vt:lpstr>
      <vt:lpstr>Expected Business Impact</vt:lpstr>
      <vt:lpstr>Dataset Description</vt:lpstr>
      <vt:lpstr>Data Model Overview</vt:lpstr>
      <vt:lpstr>Sales Analysis</vt:lpstr>
      <vt:lpstr>Customer Segmentation Analysis</vt:lpstr>
      <vt:lpstr>Inventory Performance Analysis </vt:lpstr>
      <vt:lpstr>Employee Performance Analysis</vt:lpstr>
      <vt:lpstr>Shipping Analysis</vt:lpstr>
      <vt:lpstr>Strategic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shrivastava</dc:creator>
  <cp:lastModifiedBy>ayush shrivastava</cp:lastModifiedBy>
  <cp:revision>1</cp:revision>
  <dcterms:created xsi:type="dcterms:W3CDTF">2026-02-17T17:41:00Z</dcterms:created>
  <dcterms:modified xsi:type="dcterms:W3CDTF">2026-02-23T04:48:27Z</dcterms:modified>
</cp:coreProperties>
</file>